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4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8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8181-DBEA-2F95-B766-E606C851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5D7E6-5753-A78D-3EE0-925923F5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908E1-6BB2-862C-79FE-AA12209A9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DC6D8-27CC-6468-A650-C629CEB7D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03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63C4-0285-5CC9-DCE6-F6ADF7793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4EAD7-ABA8-0737-B760-1229281CB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8357D-11E2-84E7-7D99-579E66BB8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A54A-0CEF-F58D-06D1-D20294955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16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94395" y="1169991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System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centralises all hotel operations — guest check-in, room booking, billing, housekeeping, and food orders — into one role-aware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37944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04488" y="777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</a:t>
            </a:r>
            <a:endParaRPr lang="en-US" sz="11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8D1DF33A-03CD-984B-9606-5CD4EA2F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130" y="777240"/>
            <a:ext cx="4344010" cy="4029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04672"/>
            <a:ext cx="64008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850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(client)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115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700784"/>
            <a:ext cx="64008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746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application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Services · Repositories · Spring Security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072384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3328416"/>
            <a:ext cx="64008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3741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6393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2B0B1-E2FE-430E-6724-A51A6D71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9AE450-3FF6-EABF-35FC-08B4B468544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0B2A5E-CE7C-332F-6F76-86B9045634D9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Design Pattern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806276-984B-4799-5780-F3C60BBCB8F9}"/>
              </a:ext>
            </a:extLst>
          </p:cNvPr>
          <p:cNvSpPr/>
          <p:nvPr/>
        </p:nvSpPr>
        <p:spPr>
          <a:xfrm>
            <a:off x="288642" y="1155394"/>
            <a:ext cx="5508434" cy="2864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1"/>
                </a:solidFill>
              </a:rPr>
              <a:t>	DTO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MVC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1"/>
                </a:solidFill>
              </a:rPr>
              <a:t>Repository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accent1"/>
                </a:solidFill>
              </a:rPr>
              <a:t>Service/Fade</a:t>
            </a:r>
          </a:p>
          <a:p>
            <a:pPr marL="1371600" lvl="2" indent="-457200" algn="ctr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AD8B7345-5D75-439F-6390-96644CDDA750}"/>
              </a:ext>
            </a:extLst>
          </p:cNvPr>
          <p:cNvSpPr/>
          <p:nvPr/>
        </p:nvSpPr>
        <p:spPr>
          <a:xfrm>
            <a:off x="-1426684" y="155220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1351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9 tables</a:t>
            </a:r>
            <a:endParaRPr lang="en-US" sz="2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BCAAF7-C1A5-9A60-48F4-54769AAD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04" y="658368"/>
            <a:ext cx="7407312" cy="4391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4864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932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 (strength 10). Plain-text passwords are never stored.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062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54864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932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2618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JPA @Param named parameters. No string concatenation in SQL.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2062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54864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26334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auto-escapes all output via th:text. No manual escaping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14886"/>
            <a:ext cx="42062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82312" y="2212848"/>
            <a:ext cx="54864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field protection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74336" y="26243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@JsonIgnore on passwordHash prevents hash from appearing in JSON responses.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&amp; 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886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JUnit 5 + Mockito unit tests for service layer; Spring Boot Test for API integration tests.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914400"/>
            <a:ext cx="0" cy="42062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85039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disabled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Spring Security CSRF tokens before any production deployment.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600200"/>
            <a:ext cx="0" cy="42062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notifications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258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Spring Mail or SendGrid to send booking confirmation to guests.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2286000"/>
            <a:ext cx="0" cy="42062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98648"/>
            <a:ext cx="85039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9443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JWT-based stateless auth to support horizontal scaling and load balancing.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2971800"/>
            <a:ext cx="0" cy="42062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607308"/>
            <a:ext cx="85039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640359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standalone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640359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inventory to food_orders and housekeeping_logs for automatic stock deduction.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32183" y="3686079"/>
            <a:ext cx="0" cy="420624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606D-E782-B5C3-8D18-4EE2DCF0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1DF141-0F78-34F9-5DA5-E75EB9E8431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C22DA9-1084-1017-6E3E-E3846398C461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226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7772" y="80202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243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Trần Đức Huy</cp:lastModifiedBy>
  <cp:revision>3</cp:revision>
  <dcterms:created xsi:type="dcterms:W3CDTF">2026-05-31T13:18:23Z</dcterms:created>
  <dcterms:modified xsi:type="dcterms:W3CDTF">2026-06-01T01:19:40Z</dcterms:modified>
</cp:coreProperties>
</file>